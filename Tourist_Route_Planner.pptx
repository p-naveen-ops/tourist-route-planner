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78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365760"/>
            <a:ext cx="2011680" cy="2011680"/>
          </a:xfrm>
          <a:prstGeom prst="ellipse">
            <a:avLst/>
          </a:prstGeom>
          <a:solidFill>
            <a:srgbClr val="F4A300">
              <a:alpha val="25000"/>
            </a:srgbClr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097280" cy="6400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Tourist</a:t>
            </a: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</a:t>
            </a:r>
            <a:r>
              <a:rPr lang="en-US" sz="5200" b="1" dirty="0">
                <a:solidFill>
                  <a:srgbClr val="9D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AI-Powered Travel Planning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7680960" cy="2286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Naveen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2520030518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A. Charanteja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2520030418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• B.Tech CSE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system that recommends optimised travel routes for tourists based on preferences, time constraints, and real-world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07568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031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it?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trip planning is time-consuming and often sub-optimal. AI can process thousands of destinations instantly to craft personalised itineraries.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0837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3580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6440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search algorithms (A*, BFS/DFS, UCS), CSP modelling, probabilistic inference, and decision logic into a unified planning engine.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941064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6849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19709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travellers, travel agencies, and tourism boards seeking smart, scalable, and explainable route recommendations.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Tourism Route Planner — an intelligent AI system designed to generate optimal travel itineraries by integrating multiple AI paradigms. The system models the problem as a search over a weighted graph of tourist destinations, applying A* search with admissible heuristics (straight-line distance) for single-objective route optimisation, and Uniform Cost Search (UCS) for cost-prioritised itineraries.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A2E40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606040" cy="38404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788920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UCS, and A* algorithms navigate destination graphs. Heuristics guide efficient pathfinding across large state spaces.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A2E4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331720"/>
            <a:ext cx="26060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Modelling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2788920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(budget, time, attraction ratings) are modelled as CSPs. Backtracking with forward checking and MRV heuristic prune the search space.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A2E40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331720"/>
            <a:ext cx="26060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Reasoning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2788920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 estimate weather probability and crowd levels. HMM-based tracking updates recommendations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Tourism Planning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 of route combinations across multiple destinations makes manual planning computationally infeasible.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7472" y="2304288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traveller constraints (budget, time, interests, mobility) require simultaneous satisfaction — a classic CSP challenge.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47472" y="3054096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factors such as weather, crowd density, and seasonal closures introduce uncertainty that static planners cannot handle.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" y="3803904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78561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explainability in existing recommendation engines reduces user trust and limits adoption.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754880" y="1078992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1A2E4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AI Solution Approach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276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A* &amp; UCS for optimal route discovery with admissible heuristics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24028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CSP backtracking + MRV/LCV for multi-constraint satisfaction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8529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Bayesian networks for uncertainty-aware destination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46557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 Minimax / expectimax for multi-objective trade-off decisions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0782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Explainable reasoning traces for every route recommendation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Tourism Route Planner demonstrates how classical AI techniques can be unified to solve complex, real-world planning problems. By combining informed search, constraint satisfaction, probabilistic inference, and decision theory, the system delivers optimal, personalised, and explainable travel itineraries.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Optimal Routes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459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with consistent heuristics guarantees shortest / cheapest paths through destination graphs.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20574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Constraint Handling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2459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engine with arc consistency satisfies budget, time, and interest constraints simultaneously.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Uncertainty-Aware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8313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inference and HMM tracking adapt recommendations to real-time environmental signals.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4290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Explainable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8313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itinerary comes with a step-by-step reasoning trace, building user trust and transparency.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Integration with live APIs (Google Maps, weather), RL-based dynamic re-routing, and mobile application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4A300">
              <a:alpha val="15000"/>
            </a:srgbClr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Route Planner  |  AI 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Naveen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(2520030518)   •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Charanteja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(2520030418)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&amp; feedback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On-screen Show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Route Planner</dc:title>
  <dc:subject>PptxGenJS Presentation</dc:subject>
  <dc:creator>PptxGenJS</dc:creator>
  <cp:lastModifiedBy>naveenpaila744@outlook.com</cp:lastModifiedBy>
  <cp:revision>2</cp:revision>
  <dcterms:created xsi:type="dcterms:W3CDTF">2026-06-16T03:59:24Z</dcterms:created>
  <dcterms:modified xsi:type="dcterms:W3CDTF">2026-06-16T09:30:15Z</dcterms:modified>
</cp:coreProperties>
</file>